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A0A0A"/>
      </a:lt1>
      <a:dk2>
        <a:srgbClr val="B8B8B8"/>
      </a:dk2>
      <a:lt2>
        <a:srgbClr val="1C1C1C"/>
      </a:lt2>
      <a:accent1>
        <a:srgbClr val="EF4444"/>
      </a:accent1>
      <a:accent2>
        <a:srgbClr val="DC2626"/>
      </a:accent2>
      <a:accent3>
        <a:srgbClr val="F97316"/>
      </a:accent3>
      <a:accent4>
        <a:srgbClr val="F59E0B"/>
      </a:accent4>
      <a:accent5>
        <a:srgbClr val="EAB308"/>
      </a:accent5>
      <a:accent6>
        <a:srgbClr val="84CC16"/>
      </a:accent6>
      <a:hlink>
        <a:srgbClr val="EF4444"/>
      </a:hlink>
      <a:folHlink>
        <a:srgbClr val="DC2626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