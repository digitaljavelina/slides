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F172A"/>
      </a:dk1>
      <a:lt1>
        <a:srgbClr val="FAFAFA"/>
      </a:lt1>
      <a:dk2>
        <a:srgbClr val="475569"/>
      </a:dk2>
      <a:lt2>
        <a:srgbClr val="F1F5F9"/>
      </a:lt2>
      <a:accent1>
        <a:srgbClr val="2563EB"/>
      </a:accent1>
      <a:accent2>
        <a:srgbClr val="1E40AF"/>
      </a:accent2>
      <a:accent3>
        <a:srgbClr val="0EA5E9"/>
      </a:accent3>
      <a:accent4>
        <a:srgbClr val="10B981"/>
      </a:accent4>
      <a:accent5>
        <a:srgbClr val="F59E0B"/>
      </a:accent5>
      <a:accent6>
        <a:srgbClr val="8B5CF6"/>
      </a:accent6>
      <a:hlink>
        <a:srgbClr val="2563EB"/>
      </a:hlink>
      <a:folHlink>
        <a:srgbClr val="1E40AF"/>
      </a:folHlink>
    </a:clrScheme>
    <a:fontScheme name="Office">
      <a:majorFont>
        <a:latin typeface="Space Grotes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