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E6EDF3"/>
      </a:dk1>
      <a:lt1>
        <a:srgbClr val="0D1117"/>
      </a:lt1>
      <a:dk2>
        <a:srgbClr val="8B949E"/>
      </a:dk2>
      <a:lt2>
        <a:srgbClr val="161B22"/>
      </a:lt2>
      <a:accent1>
        <a:srgbClr val="58A6FF"/>
      </a:accent1>
      <a:accent2>
        <a:srgbClr val="39D353"/>
      </a:accent2>
      <a:accent3>
        <a:srgbClr val="F778BA"/>
      </a:accent3>
      <a:accent4>
        <a:srgbClr val="D29922"/>
      </a:accent4>
      <a:accent5>
        <a:srgbClr val="FF7B72"/>
      </a:accent5>
      <a:accent6>
        <a:srgbClr val="A371F7"/>
      </a:accent6>
      <a:hlink>
        <a:srgbClr val="58A6FF"/>
      </a:hlink>
      <a:folHlink>
        <a:srgbClr val="A371F7"/>
      </a:folHlink>
    </a:clrScheme>
    <a:fontScheme name="Office">
      <a:majorFont>
        <a:latin typeface="JetBrains Mon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