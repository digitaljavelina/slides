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A2422"/>
      </a:dk1>
      <a:lt1>
        <a:srgbClr val="FBF7F0"/>
      </a:lt1>
      <a:dk2>
        <a:srgbClr val="6B5E54"/>
      </a:dk2>
      <a:lt2>
        <a:srgbClr val="EFE7D7"/>
      </a:lt2>
      <a:accent1>
        <a:srgbClr val="B5651D"/>
      </a:accent1>
      <a:accent2>
        <a:srgbClr val="8C6A3F"/>
      </a:accent2>
      <a:accent3>
        <a:srgbClr val="5A7D6F"/>
      </a:accent3>
      <a:accent4>
        <a:srgbClr val="A65A4B"/>
      </a:accent4>
      <a:accent5>
        <a:srgbClr val="3E4A4A"/>
      </a:accent5>
      <a:accent6>
        <a:srgbClr val="6B4226"/>
      </a:accent6>
      <a:hlink>
        <a:srgbClr val="B5651D"/>
      </a:hlink>
      <a:folHlink>
        <a:srgbClr val="8C6A3F"/>
      </a:folHlink>
    </a:clrScheme>
    <a:fontScheme name="Office">
      <a:majorFont>
        <a:latin typeface="Playfair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erif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