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525252"/>
      </a:dk2>
      <a:lt2>
        <a:srgbClr val="F5F5F5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